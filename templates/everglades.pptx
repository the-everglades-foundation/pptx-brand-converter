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x="18288000" cy="10287000"/>
  <p:notesSz cx="6858000" cy="9144000"/>
  <p:embeddedFontLst>
    <p:embeddedFont>
      <p:font typeface="Arial Nova" panose="020B0504020202020204" pitchFamily="34" charset="0"/>
      <p:regular r:id="rId17"/>
    </p:embeddedFont>
    <p:embeddedFont>
      <p:font typeface="Arial Nova Bold" panose="020B0804020202020204" charset="0"/>
      <p:regular r:id="rId18"/>
      <p:bold r:id="rId19"/>
    </p:embeddedFont>
    <p:embeddedFont>
      <p:font typeface="Mont" panose="020B0604020202020204" charset="0"/>
      <p:regular r:id="rId20"/>
    </p:embeddedFont>
    <p:embeddedFont>
      <p:font typeface="Open Sans Bold" panose="020B0604020202020204" charset="0"/>
      <p:regular r:id="rId21"/>
      <p:bold r:id="rId22"/>
    </p:embeddedFont>
    <p:embeddedFont>
      <p:font typeface="Roboto" panose="02000000000000000000" pitchFamily="2" charset="0"/>
      <p:regular r:id="rId23"/>
      <p:bold r:id="rId24"/>
      <p:italic r:id="rId25"/>
      <p:boldItalic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5" d="100"/>
          <a:sy n="75" d="100"/>
        </p:scale>
        <p:origin x="432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font" Target="fonts/font2.fntdata"/><Relationship Id="rId26" Type="http://schemas.openxmlformats.org/officeDocument/2006/relationships/font" Target="fonts/font10.fntdata"/><Relationship Id="rId3" Type="http://schemas.openxmlformats.org/officeDocument/2006/relationships/customXml" Target="../customXml/item3.xml"/><Relationship Id="rId21" Type="http://schemas.openxmlformats.org/officeDocument/2006/relationships/font" Target="fonts/font5.fntdata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font" Target="fonts/font1.fntdata"/><Relationship Id="rId25" Type="http://schemas.openxmlformats.org/officeDocument/2006/relationships/font" Target="fonts/font9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font" Target="fonts/font4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font" Target="fonts/font8.fntdata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font" Target="fonts/font7.fntdata"/><Relationship Id="rId28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openxmlformats.org/officeDocument/2006/relationships/font" Target="fonts/font3.fntdata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font" Target="fonts/font6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10/23/2026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svg"/><Relationship Id="rId13" Type="http://schemas.openxmlformats.org/officeDocument/2006/relationships/image" Target="../media/image14.svg"/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12" Type="http://schemas.openxmlformats.org/officeDocument/2006/relationships/image" Target="../media/image13.svg"/><Relationship Id="rId2" Type="http://schemas.openxmlformats.org/officeDocument/2006/relationships/image" Target="../media/image3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11" Type="http://schemas.openxmlformats.org/officeDocument/2006/relationships/image" Target="../media/image12.svg"/><Relationship Id="rId5" Type="http://schemas.openxmlformats.org/officeDocument/2006/relationships/image" Target="../media/image6.svg"/><Relationship Id="rId10" Type="http://schemas.openxmlformats.org/officeDocument/2006/relationships/image" Target="../media/image11.svg"/><Relationship Id="rId4" Type="http://schemas.openxmlformats.org/officeDocument/2006/relationships/image" Target="../media/image5.svg"/><Relationship Id="rId9" Type="http://schemas.openxmlformats.org/officeDocument/2006/relationships/image" Target="../media/image10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6848" y="319431"/>
            <a:ext cx="17734303" cy="9648138"/>
            <a:chOff x="0" y="0"/>
            <a:chExt cx="1537931" cy="8366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7931" cy="836693"/>
            </a:xfrm>
            <a:custGeom>
              <a:avLst/>
              <a:gdLst/>
              <a:ahLst/>
              <a:cxnLst/>
              <a:rect l="l" t="t" r="r" b="b"/>
              <a:pathLst>
                <a:path w="1537931" h="836693">
                  <a:moveTo>
                    <a:pt x="0" y="0"/>
                  </a:moveTo>
                  <a:lnTo>
                    <a:pt x="1537931" y="0"/>
                  </a:lnTo>
                  <a:lnTo>
                    <a:pt x="1537931" y="836693"/>
                  </a:lnTo>
                  <a:lnTo>
                    <a:pt x="0" y="836693"/>
                  </a:lnTo>
                  <a:close/>
                </a:path>
              </a:pathLst>
            </a:custGeom>
            <a:blipFill>
              <a:blip r:embed="rId2"/>
              <a:stretch>
                <a:fillRect t="-11117" b="-111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4777" y="811314"/>
            <a:ext cx="16846389" cy="8656322"/>
            <a:chOff x="0" y="0"/>
            <a:chExt cx="4342186" cy="22311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42186" cy="2231182"/>
            </a:xfrm>
            <a:custGeom>
              <a:avLst/>
              <a:gdLst/>
              <a:ahLst/>
              <a:cxnLst/>
              <a:rect l="l" t="t" r="r" b="b"/>
              <a:pathLst>
                <a:path w="4342186" h="2231182">
                  <a:moveTo>
                    <a:pt x="0" y="0"/>
                  </a:moveTo>
                  <a:lnTo>
                    <a:pt x="4342186" y="0"/>
                  </a:lnTo>
                  <a:lnTo>
                    <a:pt x="4342186" y="2231182"/>
                  </a:lnTo>
                  <a:lnTo>
                    <a:pt x="0" y="22311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342186" cy="2278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8382351" y="5841196"/>
            <a:ext cx="1523297" cy="0"/>
          </a:xfrm>
          <a:prstGeom prst="line">
            <a:avLst/>
          </a:prstGeom>
          <a:ln w="47625" cap="flat">
            <a:solidFill>
              <a:srgbClr val="7FAE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379804" y="3499199"/>
            <a:ext cx="13528392" cy="995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0"/>
              </a:lnSpc>
            </a:pPr>
            <a:r>
              <a:rPr lang="en-US" sz="7082" b="1" spc="382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PRESENTATION TITLE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9804" y="4600758"/>
            <a:ext cx="13528392" cy="56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937" spc="374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SUBTITLE HERE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6518164"/>
            <a:ext cx="18288000" cy="36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sz="2530" spc="240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NAME HERE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276848" y="319431"/>
            <a:ext cx="17734303" cy="9648138"/>
            <a:chOff x="0" y="0"/>
            <a:chExt cx="1537931" cy="836693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537931" cy="836693"/>
            </a:xfrm>
            <a:custGeom>
              <a:avLst/>
              <a:gdLst/>
              <a:ahLst/>
              <a:cxnLst/>
              <a:rect l="l" t="t" r="r" b="b"/>
              <a:pathLst>
                <a:path w="1537931" h="836693">
                  <a:moveTo>
                    <a:pt x="0" y="0"/>
                  </a:moveTo>
                  <a:lnTo>
                    <a:pt x="1537931" y="0"/>
                  </a:lnTo>
                  <a:lnTo>
                    <a:pt x="1537931" y="836693"/>
                  </a:lnTo>
                  <a:lnTo>
                    <a:pt x="0" y="836693"/>
                  </a:lnTo>
                  <a:close/>
                </a:path>
              </a:pathLst>
            </a:custGeom>
            <a:blipFill>
              <a:blip r:embed="rId2"/>
              <a:stretch>
                <a:fillRect t="-11117" b="-1111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724777" y="811314"/>
            <a:ext cx="16846389" cy="8656322"/>
            <a:chOff x="0" y="0"/>
            <a:chExt cx="4342186" cy="2231182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4342186" cy="2231182"/>
            </a:xfrm>
            <a:custGeom>
              <a:avLst/>
              <a:gdLst/>
              <a:ahLst/>
              <a:cxnLst/>
              <a:rect l="l" t="t" r="r" b="b"/>
              <a:pathLst>
                <a:path w="4342186" h="2231182">
                  <a:moveTo>
                    <a:pt x="0" y="0"/>
                  </a:moveTo>
                  <a:lnTo>
                    <a:pt x="4342186" y="0"/>
                  </a:lnTo>
                  <a:lnTo>
                    <a:pt x="4342186" y="2231182"/>
                  </a:lnTo>
                  <a:lnTo>
                    <a:pt x="0" y="2231182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0" y="-47625"/>
              <a:ext cx="4342186" cy="227880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7" name="AutoShape 7"/>
          <p:cNvSpPr/>
          <p:nvPr/>
        </p:nvSpPr>
        <p:spPr>
          <a:xfrm>
            <a:off x="8382351" y="5841196"/>
            <a:ext cx="1523297" cy="0"/>
          </a:xfrm>
          <a:prstGeom prst="line">
            <a:avLst/>
          </a:prstGeom>
          <a:ln w="47625" cap="flat">
            <a:solidFill>
              <a:srgbClr val="7FAE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2379804" y="3499199"/>
            <a:ext cx="13528392" cy="99514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790"/>
              </a:lnSpc>
            </a:pPr>
            <a:r>
              <a:rPr lang="en-US" sz="7082" b="1" spc="382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PRESENTATION TITLE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379804" y="4600758"/>
            <a:ext cx="13528392" cy="5689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330"/>
              </a:lnSpc>
            </a:pPr>
            <a:r>
              <a:rPr lang="en-US" sz="3937" spc="374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SUBTITLE HERE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0" y="6518164"/>
            <a:ext cx="18288000" cy="3655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783"/>
              </a:lnSpc>
            </a:pPr>
            <a:r>
              <a:rPr lang="en-US" sz="2530" spc="240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NAME HERE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3038" y="4339560"/>
            <a:ext cx="10194530" cy="196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928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Bullet 1</a:t>
            </a:r>
          </a:p>
          <a:p>
            <a:pPr algn="l">
              <a:lnSpc>
                <a:spcPts val="2193"/>
              </a:lnSpc>
            </a:pPr>
            <a:endParaRPr lang="en-US" sz="2928">
              <a:solidFill>
                <a:srgbClr val="312E2B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algn="l">
              <a:lnSpc>
                <a:spcPts val="3777"/>
              </a:lnSpc>
            </a:pPr>
            <a:r>
              <a:rPr lang="en-US" sz="2928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Bullet 2</a:t>
            </a:r>
          </a:p>
          <a:p>
            <a:pPr algn="l">
              <a:lnSpc>
                <a:spcPts val="2193"/>
              </a:lnSpc>
            </a:pPr>
            <a:endParaRPr lang="en-US" sz="2928">
              <a:solidFill>
                <a:srgbClr val="312E2B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algn="l">
              <a:lnSpc>
                <a:spcPts val="3777"/>
              </a:lnSpc>
            </a:pPr>
            <a:r>
              <a:rPr lang="en-US" sz="2928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Bullet 3 </a:t>
            </a:r>
          </a:p>
        </p:txBody>
      </p:sp>
      <p:sp>
        <p:nvSpPr>
          <p:cNvPr id="3" name="AutoShape 3"/>
          <p:cNvSpPr/>
          <p:nvPr/>
        </p:nvSpPr>
        <p:spPr>
          <a:xfrm>
            <a:off x="2582556" y="2209324"/>
            <a:ext cx="0" cy="1523297"/>
          </a:xfrm>
          <a:prstGeom prst="line">
            <a:avLst/>
          </a:prstGeom>
          <a:ln w="47625" cap="flat">
            <a:solidFill>
              <a:srgbClr val="7FAE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63781" y="2180537"/>
            <a:ext cx="12473457" cy="92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6529" b="1" spc="352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246767" y="4478620"/>
            <a:ext cx="237863" cy="237863"/>
            <a:chOff x="0" y="0"/>
            <a:chExt cx="665720" cy="6657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63781" y="7201801"/>
            <a:ext cx="11526292" cy="53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3803" b="1" spc="182">
                <a:solidFill>
                  <a:srgbClr val="7FAE2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Highlighted statement here.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246767" y="5235369"/>
            <a:ext cx="237863" cy="237863"/>
            <a:chOff x="0" y="0"/>
            <a:chExt cx="665720" cy="665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46767" y="5987582"/>
            <a:ext cx="237863" cy="237863"/>
            <a:chOff x="0" y="0"/>
            <a:chExt cx="665720" cy="6657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63781" y="3187392"/>
            <a:ext cx="12473457" cy="512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630" spc="344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SUBTITLE HERE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4823038" y="4339560"/>
            <a:ext cx="10194530" cy="196570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777"/>
              </a:lnSpc>
            </a:pPr>
            <a:r>
              <a:rPr lang="en-US" sz="2928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Bullet 1</a:t>
            </a:r>
          </a:p>
          <a:p>
            <a:pPr algn="l">
              <a:lnSpc>
                <a:spcPts val="2193"/>
              </a:lnSpc>
            </a:pPr>
            <a:endParaRPr lang="en-US" sz="2928">
              <a:solidFill>
                <a:srgbClr val="312E2B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algn="l">
              <a:lnSpc>
                <a:spcPts val="3777"/>
              </a:lnSpc>
            </a:pPr>
            <a:r>
              <a:rPr lang="en-US" sz="2928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Bullet 2</a:t>
            </a:r>
          </a:p>
          <a:p>
            <a:pPr algn="l">
              <a:lnSpc>
                <a:spcPts val="2193"/>
              </a:lnSpc>
            </a:pPr>
            <a:endParaRPr lang="en-US" sz="2928">
              <a:solidFill>
                <a:srgbClr val="312E2B"/>
              </a:solidFill>
              <a:latin typeface="Arial Nova"/>
              <a:ea typeface="Arial Nova"/>
              <a:cs typeface="Arial Nova"/>
              <a:sym typeface="Arial Nova"/>
            </a:endParaRPr>
          </a:p>
          <a:p>
            <a:pPr algn="l">
              <a:lnSpc>
                <a:spcPts val="3777"/>
              </a:lnSpc>
            </a:pPr>
            <a:r>
              <a:rPr lang="en-US" sz="2928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Bullet 3 </a:t>
            </a:r>
          </a:p>
        </p:txBody>
      </p:sp>
      <p:sp>
        <p:nvSpPr>
          <p:cNvPr id="3" name="AutoShape 3"/>
          <p:cNvSpPr/>
          <p:nvPr/>
        </p:nvSpPr>
        <p:spPr>
          <a:xfrm>
            <a:off x="2582556" y="2209324"/>
            <a:ext cx="0" cy="1523297"/>
          </a:xfrm>
          <a:prstGeom prst="line">
            <a:avLst/>
          </a:prstGeom>
          <a:ln w="47625" cap="flat">
            <a:solidFill>
              <a:srgbClr val="04B1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TextBox 4"/>
          <p:cNvSpPr txBox="1"/>
          <p:nvPr/>
        </p:nvSpPr>
        <p:spPr>
          <a:xfrm>
            <a:off x="3363781" y="2180537"/>
            <a:ext cx="12473457" cy="92113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182"/>
              </a:lnSpc>
            </a:pPr>
            <a:r>
              <a:rPr lang="en-US" sz="6529" b="1" spc="352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4246767" y="4478620"/>
            <a:ext cx="237863" cy="237863"/>
            <a:chOff x="0" y="0"/>
            <a:chExt cx="665720" cy="665720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8" name="TextBox 8"/>
          <p:cNvSpPr txBox="1"/>
          <p:nvPr/>
        </p:nvSpPr>
        <p:spPr>
          <a:xfrm>
            <a:off x="3363781" y="7201801"/>
            <a:ext cx="11526292" cy="53407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183"/>
              </a:lnSpc>
            </a:pPr>
            <a:r>
              <a:rPr lang="en-US" sz="3803" b="1" spc="182">
                <a:solidFill>
                  <a:srgbClr val="04B1D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Highlighted statement here.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246767" y="5235369"/>
            <a:ext cx="237863" cy="237863"/>
            <a:chOff x="0" y="0"/>
            <a:chExt cx="665720" cy="66572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4246767" y="5987582"/>
            <a:ext cx="237863" cy="237863"/>
            <a:chOff x="0" y="0"/>
            <a:chExt cx="665720" cy="665720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5" name="TextBox 15"/>
          <p:cNvSpPr txBox="1"/>
          <p:nvPr/>
        </p:nvSpPr>
        <p:spPr>
          <a:xfrm>
            <a:off x="3363781" y="3187392"/>
            <a:ext cx="12473457" cy="5128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93"/>
              </a:lnSpc>
            </a:pPr>
            <a:r>
              <a:rPr lang="en-US" sz="3630" spc="344">
                <a:solidFill>
                  <a:srgbClr val="312E2B"/>
                </a:solidFill>
                <a:latin typeface="Arial Nova"/>
                <a:ea typeface="Arial Nova"/>
                <a:cs typeface="Arial Nova"/>
                <a:sym typeface="Arial Nova"/>
              </a:rPr>
              <a:t>SUBTITLE HERE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6236453" y="3099549"/>
            <a:ext cx="2661658" cy="2661658"/>
          </a:xfrm>
          <a:custGeom>
            <a:avLst/>
            <a:gdLst/>
            <a:ahLst/>
            <a:cxnLst/>
            <a:rect l="l" t="t" r="r" b="b"/>
            <a:pathLst>
              <a:path w="2661658" h="2661658">
                <a:moveTo>
                  <a:pt x="0" y="0"/>
                </a:moveTo>
                <a:lnTo>
                  <a:pt x="2661658" y="0"/>
                </a:lnTo>
                <a:lnTo>
                  <a:pt x="2661658" y="2661658"/>
                </a:lnTo>
                <a:lnTo>
                  <a:pt x="0" y="2661658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3" name="Freeform 3"/>
          <p:cNvSpPr/>
          <p:nvPr/>
        </p:nvSpPr>
        <p:spPr>
          <a:xfrm rot="2700000">
            <a:off x="6128809" y="3684950"/>
            <a:ext cx="2991617" cy="2243713"/>
          </a:xfrm>
          <a:custGeom>
            <a:avLst/>
            <a:gdLst/>
            <a:ahLst/>
            <a:cxnLst/>
            <a:rect l="l" t="t" r="r" b="b"/>
            <a:pathLst>
              <a:path w="2991617" h="2243713">
                <a:moveTo>
                  <a:pt x="0" y="0"/>
                </a:moveTo>
                <a:lnTo>
                  <a:pt x="2991618" y="0"/>
                </a:lnTo>
                <a:lnTo>
                  <a:pt x="2991618" y="2243714"/>
                </a:lnTo>
                <a:lnTo>
                  <a:pt x="0" y="224371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4" name="Freeform 4"/>
          <p:cNvSpPr/>
          <p:nvPr/>
        </p:nvSpPr>
        <p:spPr>
          <a:xfrm>
            <a:off x="8863562" y="5973767"/>
            <a:ext cx="2949950" cy="2949950"/>
          </a:xfrm>
          <a:custGeom>
            <a:avLst/>
            <a:gdLst/>
            <a:ahLst/>
            <a:cxnLst/>
            <a:rect l="l" t="t" r="r" b="b"/>
            <a:pathLst>
              <a:path w="2949950" h="2949950">
                <a:moveTo>
                  <a:pt x="0" y="0"/>
                </a:moveTo>
                <a:lnTo>
                  <a:pt x="2949950" y="0"/>
                </a:lnTo>
                <a:lnTo>
                  <a:pt x="2949950" y="2949950"/>
                </a:lnTo>
                <a:lnTo>
                  <a:pt x="0" y="29499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5" name="Freeform 5"/>
          <p:cNvSpPr/>
          <p:nvPr/>
        </p:nvSpPr>
        <p:spPr>
          <a:xfrm rot="2700000" flipH="1">
            <a:off x="8199551" y="5792806"/>
            <a:ext cx="3230447" cy="2422836"/>
          </a:xfrm>
          <a:custGeom>
            <a:avLst/>
            <a:gdLst/>
            <a:ahLst/>
            <a:cxnLst/>
            <a:rect l="l" t="t" r="r" b="b"/>
            <a:pathLst>
              <a:path w="3230447" h="2422836">
                <a:moveTo>
                  <a:pt x="3230447" y="0"/>
                </a:moveTo>
                <a:lnTo>
                  <a:pt x="0" y="0"/>
                </a:lnTo>
                <a:lnTo>
                  <a:pt x="0" y="2422835"/>
                </a:lnTo>
                <a:lnTo>
                  <a:pt x="3230447" y="2422835"/>
                </a:lnTo>
                <a:lnTo>
                  <a:pt x="3230447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>
            <a:off x="6103065" y="6092585"/>
            <a:ext cx="2795046" cy="2795046"/>
          </a:xfrm>
          <a:custGeom>
            <a:avLst/>
            <a:gdLst/>
            <a:ahLst/>
            <a:cxnLst/>
            <a:rect l="l" t="t" r="r" b="b"/>
            <a:pathLst>
              <a:path w="2795046" h="2795046">
                <a:moveTo>
                  <a:pt x="0" y="0"/>
                </a:moveTo>
                <a:lnTo>
                  <a:pt x="2795046" y="0"/>
                </a:lnTo>
                <a:lnTo>
                  <a:pt x="2795046" y="2795046"/>
                </a:lnTo>
                <a:lnTo>
                  <a:pt x="0" y="2795046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 rot="8100000" flipH="1">
            <a:off x="6062524" y="5801190"/>
            <a:ext cx="3059603" cy="2294702"/>
          </a:xfrm>
          <a:custGeom>
            <a:avLst/>
            <a:gdLst/>
            <a:ahLst/>
            <a:cxnLst/>
            <a:rect l="l" t="t" r="r" b="b"/>
            <a:pathLst>
              <a:path w="3059603" h="2294702">
                <a:moveTo>
                  <a:pt x="3059603" y="0"/>
                </a:moveTo>
                <a:lnTo>
                  <a:pt x="0" y="0"/>
                </a:lnTo>
                <a:lnTo>
                  <a:pt x="0" y="2294702"/>
                </a:lnTo>
                <a:lnTo>
                  <a:pt x="3059603" y="2294702"/>
                </a:lnTo>
                <a:lnTo>
                  <a:pt x="3059603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8898111" y="2422708"/>
            <a:ext cx="3247865" cy="3247865"/>
          </a:xfrm>
          <a:custGeom>
            <a:avLst/>
            <a:gdLst/>
            <a:ahLst/>
            <a:cxnLst/>
            <a:rect l="l" t="t" r="r" b="b"/>
            <a:pathLst>
              <a:path w="3247865" h="3247865">
                <a:moveTo>
                  <a:pt x="0" y="0"/>
                </a:moveTo>
                <a:lnTo>
                  <a:pt x="3247866" y="0"/>
                </a:lnTo>
                <a:lnTo>
                  <a:pt x="3247866" y="3247865"/>
                </a:lnTo>
                <a:lnTo>
                  <a:pt x="0" y="324786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alphaModFix amt="50000"/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8100000" flipV="1">
            <a:off x="8130835" y="3177976"/>
            <a:ext cx="3699641" cy="2774731"/>
          </a:xfrm>
          <a:custGeom>
            <a:avLst/>
            <a:gdLst/>
            <a:ahLst/>
            <a:cxnLst/>
            <a:rect l="l" t="t" r="r" b="b"/>
            <a:pathLst>
              <a:path w="3699641" h="2774731">
                <a:moveTo>
                  <a:pt x="0" y="2774730"/>
                </a:moveTo>
                <a:lnTo>
                  <a:pt x="3699641" y="2774730"/>
                </a:lnTo>
                <a:lnTo>
                  <a:pt x="3699641" y="0"/>
                </a:lnTo>
                <a:lnTo>
                  <a:pt x="0" y="0"/>
                </a:lnTo>
                <a:lnTo>
                  <a:pt x="0" y="277473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7081468" y="6902258"/>
            <a:ext cx="543072" cy="690711"/>
          </a:xfrm>
          <a:custGeom>
            <a:avLst/>
            <a:gdLst/>
            <a:ahLst/>
            <a:cxnLst/>
            <a:rect l="l" t="t" r="r" b="b"/>
            <a:pathLst>
              <a:path w="543072" h="690711">
                <a:moveTo>
                  <a:pt x="0" y="0"/>
                </a:moveTo>
                <a:lnTo>
                  <a:pt x="543072" y="0"/>
                </a:lnTo>
                <a:lnTo>
                  <a:pt x="543072" y="690712"/>
                </a:lnTo>
                <a:lnTo>
                  <a:pt x="0" y="690712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/>
          <a:lstStyle/>
          <a:p>
            <a:endParaRPr lang="en-US"/>
          </a:p>
        </p:txBody>
      </p:sp>
      <p:grpSp>
        <p:nvGrpSpPr>
          <p:cNvPr id="11" name="Group 11"/>
          <p:cNvGrpSpPr/>
          <p:nvPr/>
        </p:nvGrpSpPr>
        <p:grpSpPr>
          <a:xfrm>
            <a:off x="2232246" y="2847805"/>
            <a:ext cx="65575" cy="2412967"/>
            <a:chOff x="0" y="0"/>
            <a:chExt cx="7996" cy="294224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996" cy="294224"/>
            </a:xfrm>
            <a:custGeom>
              <a:avLst/>
              <a:gdLst/>
              <a:ahLst/>
              <a:cxnLst/>
              <a:rect l="l" t="t" r="r" b="b"/>
              <a:pathLst>
                <a:path w="7996" h="294224">
                  <a:moveTo>
                    <a:pt x="0" y="0"/>
                  </a:moveTo>
                  <a:lnTo>
                    <a:pt x="7996" y="0"/>
                  </a:lnTo>
                  <a:lnTo>
                    <a:pt x="7996" y="294224"/>
                  </a:lnTo>
                  <a:lnTo>
                    <a:pt x="0" y="294224"/>
                  </a:lnTo>
                  <a:close/>
                </a:path>
              </a:pathLst>
            </a:custGeom>
            <a:solidFill>
              <a:srgbClr val="00BAB3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0" y="-47625"/>
              <a:ext cx="7996" cy="341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14" name="Freeform 14"/>
          <p:cNvSpPr/>
          <p:nvPr/>
        </p:nvSpPr>
        <p:spPr>
          <a:xfrm>
            <a:off x="6914006" y="4081239"/>
            <a:ext cx="902031" cy="902031"/>
          </a:xfrm>
          <a:custGeom>
            <a:avLst/>
            <a:gdLst/>
            <a:ahLst/>
            <a:cxnLst/>
            <a:rect l="l" t="t" r="r" b="b"/>
            <a:pathLst>
              <a:path w="902031" h="902031">
                <a:moveTo>
                  <a:pt x="0" y="0"/>
                </a:moveTo>
                <a:lnTo>
                  <a:pt x="902031" y="0"/>
                </a:lnTo>
                <a:lnTo>
                  <a:pt x="902031" y="902031"/>
                </a:lnTo>
                <a:lnTo>
                  <a:pt x="0" y="902031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15" name="Group 15"/>
          <p:cNvGrpSpPr/>
          <p:nvPr/>
        </p:nvGrpSpPr>
        <p:grpSpPr>
          <a:xfrm>
            <a:off x="2232246" y="5916757"/>
            <a:ext cx="65575" cy="2389043"/>
            <a:chOff x="0" y="0"/>
            <a:chExt cx="7996" cy="291307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7996" cy="291307"/>
            </a:xfrm>
            <a:custGeom>
              <a:avLst/>
              <a:gdLst/>
              <a:ahLst/>
              <a:cxnLst/>
              <a:rect l="l" t="t" r="r" b="b"/>
              <a:pathLst>
                <a:path w="7996" h="291307">
                  <a:moveTo>
                    <a:pt x="0" y="0"/>
                  </a:moveTo>
                  <a:lnTo>
                    <a:pt x="7996" y="0"/>
                  </a:lnTo>
                  <a:lnTo>
                    <a:pt x="7996" y="291307"/>
                  </a:lnTo>
                  <a:lnTo>
                    <a:pt x="0" y="291307"/>
                  </a:lnTo>
                  <a:close/>
                </a:path>
              </a:pathLst>
            </a:custGeom>
            <a:solidFill>
              <a:srgbClr val="BADA55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0" y="-47625"/>
              <a:ext cx="7996" cy="33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2994266" y="2847805"/>
            <a:ext cx="65575" cy="2456971"/>
            <a:chOff x="0" y="0"/>
            <a:chExt cx="7996" cy="299590"/>
          </a:xfrm>
        </p:grpSpPr>
        <p:sp>
          <p:nvSpPr>
            <p:cNvPr id="19" name="Freeform 19"/>
            <p:cNvSpPr/>
            <p:nvPr/>
          </p:nvSpPr>
          <p:spPr>
            <a:xfrm>
              <a:off x="0" y="0"/>
              <a:ext cx="7996" cy="299590"/>
            </a:xfrm>
            <a:custGeom>
              <a:avLst/>
              <a:gdLst/>
              <a:ahLst/>
              <a:cxnLst/>
              <a:rect l="l" t="t" r="r" b="b"/>
              <a:pathLst>
                <a:path w="7996" h="299590">
                  <a:moveTo>
                    <a:pt x="0" y="0"/>
                  </a:moveTo>
                  <a:lnTo>
                    <a:pt x="7996" y="0"/>
                  </a:lnTo>
                  <a:lnTo>
                    <a:pt x="7996" y="299590"/>
                  </a:lnTo>
                  <a:lnTo>
                    <a:pt x="0" y="299590"/>
                  </a:ln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0" y="-47625"/>
              <a:ext cx="7996" cy="34721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21" name="Freeform 21"/>
          <p:cNvSpPr/>
          <p:nvPr/>
        </p:nvSpPr>
        <p:spPr>
          <a:xfrm>
            <a:off x="9836027" y="3701189"/>
            <a:ext cx="897720" cy="1010093"/>
          </a:xfrm>
          <a:custGeom>
            <a:avLst/>
            <a:gdLst/>
            <a:ahLst/>
            <a:cxnLst/>
            <a:rect l="l" t="t" r="r" b="b"/>
            <a:pathLst>
              <a:path w="897720" h="1010093">
                <a:moveTo>
                  <a:pt x="0" y="0"/>
                </a:moveTo>
                <a:lnTo>
                  <a:pt x="897720" y="0"/>
                </a:lnTo>
                <a:lnTo>
                  <a:pt x="897720" y="1010093"/>
                </a:lnTo>
                <a:lnTo>
                  <a:pt x="0" y="1010093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grpSp>
        <p:nvGrpSpPr>
          <p:cNvPr id="22" name="Group 22"/>
          <p:cNvGrpSpPr/>
          <p:nvPr/>
        </p:nvGrpSpPr>
        <p:grpSpPr>
          <a:xfrm>
            <a:off x="13003116" y="5916757"/>
            <a:ext cx="64916" cy="2389043"/>
            <a:chOff x="0" y="0"/>
            <a:chExt cx="7916" cy="291307"/>
          </a:xfrm>
        </p:grpSpPr>
        <p:sp>
          <p:nvSpPr>
            <p:cNvPr id="23" name="Freeform 23"/>
            <p:cNvSpPr/>
            <p:nvPr/>
          </p:nvSpPr>
          <p:spPr>
            <a:xfrm>
              <a:off x="0" y="0"/>
              <a:ext cx="7916" cy="291307"/>
            </a:xfrm>
            <a:custGeom>
              <a:avLst/>
              <a:gdLst/>
              <a:ahLst/>
              <a:cxnLst/>
              <a:rect l="l" t="t" r="r" b="b"/>
              <a:pathLst>
                <a:path w="7916" h="291307">
                  <a:moveTo>
                    <a:pt x="0" y="0"/>
                  </a:moveTo>
                  <a:lnTo>
                    <a:pt x="7916" y="0"/>
                  </a:lnTo>
                  <a:lnTo>
                    <a:pt x="7916" y="291307"/>
                  </a:lnTo>
                  <a:lnTo>
                    <a:pt x="0" y="291307"/>
                  </a:lnTo>
                  <a:close/>
                </a:path>
              </a:pathLst>
            </a:custGeom>
            <a:solidFill>
              <a:srgbClr val="8ECAE6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0" y="-47625"/>
              <a:ext cx="7916" cy="33893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763"/>
                </a:lnSpc>
              </a:pPr>
              <a:endParaRPr/>
            </a:p>
          </p:txBody>
        </p:sp>
      </p:grpSp>
      <p:sp>
        <p:nvSpPr>
          <p:cNvPr id="25" name="TextBox 25"/>
          <p:cNvSpPr txBox="1"/>
          <p:nvPr/>
        </p:nvSpPr>
        <p:spPr>
          <a:xfrm>
            <a:off x="0" y="1272625"/>
            <a:ext cx="18288000" cy="78456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082"/>
              </a:lnSpc>
            </a:pPr>
            <a:r>
              <a:rPr lang="en-US" sz="5529" b="1" spc="558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650246" y="3505293"/>
            <a:ext cx="3672863" cy="142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1</a:t>
            </a:r>
          </a:p>
          <a:p>
            <a:pPr algn="l">
              <a:lnSpc>
                <a:spcPts val="987"/>
              </a:lnSpc>
            </a:pPr>
            <a:r>
              <a:rPr lang="en-US" sz="6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2</a:t>
            </a:r>
          </a:p>
          <a:p>
            <a:pPr algn="l">
              <a:lnSpc>
                <a:spcPts val="987"/>
              </a:lnSpc>
            </a:pPr>
            <a:endParaRPr lang="en-US" sz="210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3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650246" y="2790655"/>
            <a:ext cx="4245059" cy="49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4146"/>
              </a:lnSpc>
              <a:spcBef>
                <a:spcPct val="0"/>
              </a:spcBef>
            </a:pPr>
            <a:r>
              <a:rPr lang="en-US" sz="2962" b="1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28" name="Freeform 28"/>
          <p:cNvSpPr/>
          <p:nvPr/>
        </p:nvSpPr>
        <p:spPr>
          <a:xfrm>
            <a:off x="9645181" y="6902258"/>
            <a:ext cx="1004861" cy="834034"/>
          </a:xfrm>
          <a:custGeom>
            <a:avLst/>
            <a:gdLst/>
            <a:ahLst/>
            <a:cxnLst/>
            <a:rect l="l" t="t" r="r" b="b"/>
            <a:pathLst>
              <a:path w="1004861" h="834034">
                <a:moveTo>
                  <a:pt x="0" y="0"/>
                </a:moveTo>
                <a:lnTo>
                  <a:pt x="1004860" y="0"/>
                </a:lnTo>
                <a:lnTo>
                  <a:pt x="1004860" y="834035"/>
                </a:lnTo>
                <a:lnTo>
                  <a:pt x="0" y="834035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29" name="TextBox 29"/>
          <p:cNvSpPr txBox="1"/>
          <p:nvPr/>
        </p:nvSpPr>
        <p:spPr>
          <a:xfrm>
            <a:off x="2650246" y="6732056"/>
            <a:ext cx="3672863" cy="142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1</a:t>
            </a:r>
          </a:p>
          <a:p>
            <a:pPr algn="l">
              <a:lnSpc>
                <a:spcPts val="987"/>
              </a:lnSpc>
            </a:pPr>
            <a:r>
              <a:rPr lang="en-US" sz="6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2</a:t>
            </a:r>
          </a:p>
          <a:p>
            <a:pPr algn="l">
              <a:lnSpc>
                <a:spcPts val="987"/>
              </a:lnSpc>
            </a:pPr>
            <a:endParaRPr lang="en-US" sz="210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3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2650246" y="6017419"/>
            <a:ext cx="4245059" cy="49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4146"/>
              </a:lnSpc>
              <a:spcBef>
                <a:spcPct val="0"/>
              </a:spcBef>
            </a:pPr>
            <a:r>
              <a:rPr lang="en-US" sz="2962" b="1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13478941" y="3542898"/>
            <a:ext cx="3672863" cy="142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1</a:t>
            </a:r>
          </a:p>
          <a:p>
            <a:pPr algn="l">
              <a:lnSpc>
                <a:spcPts val="987"/>
              </a:lnSpc>
            </a:pPr>
            <a:r>
              <a:rPr lang="en-US" sz="6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2</a:t>
            </a:r>
          </a:p>
          <a:p>
            <a:pPr algn="l">
              <a:lnSpc>
                <a:spcPts val="987"/>
              </a:lnSpc>
            </a:pPr>
            <a:endParaRPr lang="en-US" sz="210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3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3478941" y="2828260"/>
            <a:ext cx="4245059" cy="49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4146"/>
              </a:lnSpc>
              <a:spcBef>
                <a:spcPct val="0"/>
              </a:spcBef>
            </a:pPr>
            <a:r>
              <a:rPr lang="en-US" sz="2962" b="1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3478941" y="6725481"/>
            <a:ext cx="3672863" cy="1429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1</a:t>
            </a:r>
          </a:p>
          <a:p>
            <a:pPr algn="l">
              <a:lnSpc>
                <a:spcPts val="987"/>
              </a:lnSpc>
            </a:pPr>
            <a:r>
              <a:rPr lang="en-US" sz="658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​</a:t>
            </a: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2</a:t>
            </a:r>
          </a:p>
          <a:p>
            <a:pPr algn="l">
              <a:lnSpc>
                <a:spcPts val="987"/>
              </a:lnSpc>
            </a:pPr>
            <a:endParaRPr lang="en-US" sz="2106">
              <a:solidFill>
                <a:srgbClr val="000000"/>
              </a:solidFill>
              <a:latin typeface="Roboto"/>
              <a:ea typeface="Roboto"/>
              <a:cs typeface="Roboto"/>
              <a:sym typeface="Roboto"/>
            </a:endParaRPr>
          </a:p>
          <a:p>
            <a:pPr marL="454726" lvl="1" indent="-227363" algn="l">
              <a:lnSpc>
                <a:spcPts val="3159"/>
              </a:lnSpc>
              <a:buFont typeface="Arial"/>
              <a:buChar char="•"/>
            </a:pPr>
            <a:r>
              <a:rPr lang="en-US" sz="2106">
                <a:solidFill>
                  <a:srgbClr val="000000"/>
                </a:solidFill>
                <a:latin typeface="Roboto"/>
                <a:ea typeface="Roboto"/>
                <a:cs typeface="Roboto"/>
                <a:sym typeface="Roboto"/>
              </a:rPr>
              <a:t>Bullet 3</a:t>
            </a:r>
          </a:p>
        </p:txBody>
      </p:sp>
      <p:sp>
        <p:nvSpPr>
          <p:cNvPr id="34" name="TextBox 34"/>
          <p:cNvSpPr txBox="1"/>
          <p:nvPr/>
        </p:nvSpPr>
        <p:spPr>
          <a:xfrm>
            <a:off x="13478941" y="6010843"/>
            <a:ext cx="4245059" cy="4961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1" indent="0" algn="just">
              <a:lnSpc>
                <a:spcPts val="4146"/>
              </a:lnSpc>
              <a:spcBef>
                <a:spcPct val="0"/>
              </a:spcBef>
            </a:pPr>
            <a:r>
              <a:rPr lang="en-US" sz="2962" b="1">
                <a:solidFill>
                  <a:srgbClr val="000000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01193" y="4377566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1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1560273" y="3892693"/>
            <a:ext cx="9452791" cy="0"/>
          </a:xfrm>
          <a:prstGeom prst="line">
            <a:avLst/>
          </a:prstGeom>
          <a:ln w="47625" cap="flat">
            <a:solidFill>
              <a:srgbClr val="04B1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720" y="0"/>
            <a:ext cx="10287000" cy="102870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548908" y="3039426"/>
            <a:ext cx="6166718" cy="57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628" b="1" spc="163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660417" y="4482341"/>
            <a:ext cx="237863" cy="237863"/>
            <a:chOff x="0" y="0"/>
            <a:chExt cx="665720" cy="665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01193" y="5095875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660417" y="5200650"/>
            <a:ext cx="237863" cy="237863"/>
            <a:chOff x="0" y="0"/>
            <a:chExt cx="665720" cy="665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301193" y="5814097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660417" y="5918872"/>
            <a:ext cx="237863" cy="237863"/>
            <a:chOff x="0" y="0"/>
            <a:chExt cx="665720" cy="665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50257" y="9787233"/>
            <a:ext cx="958985" cy="176990"/>
            <a:chOff x="0" y="0"/>
            <a:chExt cx="1278647" cy="235986"/>
          </a:xfrm>
        </p:grpSpPr>
        <p:sp>
          <p:nvSpPr>
            <p:cNvPr id="19" name="TextBox 19"/>
            <p:cNvSpPr txBox="1"/>
            <p:nvPr/>
          </p:nvSpPr>
          <p:spPr>
            <a:xfrm>
              <a:off x="239669" y="-19050"/>
              <a:ext cx="1038978" cy="255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sz="11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Mac Stone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38025"/>
              <a:ext cx="148229" cy="148229"/>
            </a:xfrm>
            <a:custGeom>
              <a:avLst/>
              <a:gdLst/>
              <a:ahLst/>
              <a:cxnLst/>
              <a:rect l="l" t="t" r="r" b="b"/>
              <a:pathLst>
                <a:path w="148229" h="148229">
                  <a:moveTo>
                    <a:pt x="0" y="0"/>
                  </a:moveTo>
                  <a:lnTo>
                    <a:pt x="148229" y="0"/>
                  </a:lnTo>
                  <a:lnTo>
                    <a:pt x="148229" y="148229"/>
                  </a:lnTo>
                  <a:lnTo>
                    <a:pt x="0" y="148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01193" y="4377566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1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1560273" y="3892693"/>
            <a:ext cx="9452791" cy="0"/>
          </a:xfrm>
          <a:prstGeom prst="line">
            <a:avLst/>
          </a:prstGeom>
          <a:ln w="47625" cap="flat">
            <a:solidFill>
              <a:srgbClr val="7FAE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720" y="0"/>
            <a:ext cx="10287000" cy="102870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548908" y="3039426"/>
            <a:ext cx="6166718" cy="57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628" b="1" spc="163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660417" y="4482341"/>
            <a:ext cx="237863" cy="237863"/>
            <a:chOff x="0" y="0"/>
            <a:chExt cx="665720" cy="665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01193" y="5095875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660417" y="5200650"/>
            <a:ext cx="237863" cy="237863"/>
            <a:chOff x="0" y="0"/>
            <a:chExt cx="665720" cy="665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301193" y="5814097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660417" y="5918872"/>
            <a:ext cx="237863" cy="237863"/>
            <a:chOff x="0" y="0"/>
            <a:chExt cx="665720" cy="665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50257" y="9787233"/>
            <a:ext cx="958985" cy="176990"/>
            <a:chOff x="0" y="0"/>
            <a:chExt cx="1278647" cy="235986"/>
          </a:xfrm>
        </p:grpSpPr>
        <p:sp>
          <p:nvSpPr>
            <p:cNvPr id="19" name="TextBox 19"/>
            <p:cNvSpPr txBox="1"/>
            <p:nvPr/>
          </p:nvSpPr>
          <p:spPr>
            <a:xfrm>
              <a:off x="239669" y="-19050"/>
              <a:ext cx="1038978" cy="255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sz="11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Mac Stone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38025"/>
              <a:ext cx="148229" cy="148229"/>
            </a:xfrm>
            <a:custGeom>
              <a:avLst/>
              <a:gdLst/>
              <a:ahLst/>
              <a:cxnLst/>
              <a:rect l="l" t="t" r="r" b="b"/>
              <a:pathLst>
                <a:path w="148229" h="148229">
                  <a:moveTo>
                    <a:pt x="0" y="0"/>
                  </a:moveTo>
                  <a:lnTo>
                    <a:pt x="148229" y="0"/>
                  </a:lnTo>
                  <a:lnTo>
                    <a:pt x="148229" y="148229"/>
                  </a:lnTo>
                  <a:lnTo>
                    <a:pt x="0" y="148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01193" y="4377566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1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1560273" y="3892693"/>
            <a:ext cx="9452791" cy="0"/>
          </a:xfrm>
          <a:prstGeom prst="line">
            <a:avLst/>
          </a:prstGeom>
          <a:ln w="47625" cap="flat">
            <a:solidFill>
              <a:srgbClr val="7FAE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720" y="0"/>
            <a:ext cx="10287000" cy="102870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548908" y="3039426"/>
            <a:ext cx="6166718" cy="57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628" b="1" spc="163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660417" y="4482341"/>
            <a:ext cx="237863" cy="237863"/>
            <a:chOff x="0" y="0"/>
            <a:chExt cx="665720" cy="665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01193" y="5095875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660417" y="5200650"/>
            <a:ext cx="237863" cy="237863"/>
            <a:chOff x="0" y="0"/>
            <a:chExt cx="665720" cy="665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301193" y="5814097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660417" y="5918872"/>
            <a:ext cx="237863" cy="237863"/>
            <a:chOff x="0" y="0"/>
            <a:chExt cx="665720" cy="665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50257" y="9787233"/>
            <a:ext cx="958985" cy="176990"/>
            <a:chOff x="0" y="0"/>
            <a:chExt cx="1278647" cy="235986"/>
          </a:xfrm>
        </p:grpSpPr>
        <p:sp>
          <p:nvSpPr>
            <p:cNvPr id="19" name="TextBox 19"/>
            <p:cNvSpPr txBox="1"/>
            <p:nvPr/>
          </p:nvSpPr>
          <p:spPr>
            <a:xfrm>
              <a:off x="239669" y="-19050"/>
              <a:ext cx="1038978" cy="255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sz="11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Mac Stone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38025"/>
              <a:ext cx="148229" cy="148229"/>
            </a:xfrm>
            <a:custGeom>
              <a:avLst/>
              <a:gdLst/>
              <a:ahLst/>
              <a:cxnLst/>
              <a:rect l="l" t="t" r="r" b="b"/>
              <a:pathLst>
                <a:path w="148229" h="148229">
                  <a:moveTo>
                    <a:pt x="0" y="0"/>
                  </a:moveTo>
                  <a:lnTo>
                    <a:pt x="148229" y="0"/>
                  </a:lnTo>
                  <a:lnTo>
                    <a:pt x="148229" y="148229"/>
                  </a:lnTo>
                  <a:lnTo>
                    <a:pt x="0" y="148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12301193" y="4377566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1</a:t>
            </a:r>
          </a:p>
        </p:txBody>
      </p:sp>
      <p:sp>
        <p:nvSpPr>
          <p:cNvPr id="3" name="AutoShape 3"/>
          <p:cNvSpPr/>
          <p:nvPr/>
        </p:nvSpPr>
        <p:spPr>
          <a:xfrm flipV="1">
            <a:off x="11560273" y="3892693"/>
            <a:ext cx="9452791" cy="0"/>
          </a:xfrm>
          <a:prstGeom prst="line">
            <a:avLst/>
          </a:prstGeom>
          <a:ln w="47625" cap="flat">
            <a:solidFill>
              <a:srgbClr val="7FAE29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4720" y="0"/>
            <a:ext cx="10287000" cy="10287000"/>
            <a:chOff x="0" y="0"/>
            <a:chExt cx="812800" cy="8128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25187" r="-25187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1548908" y="3039426"/>
            <a:ext cx="6166718" cy="57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628" b="1" spc="163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1660417" y="4482341"/>
            <a:ext cx="237863" cy="237863"/>
            <a:chOff x="0" y="0"/>
            <a:chExt cx="665720" cy="665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12301193" y="5095875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1660417" y="5200650"/>
            <a:ext cx="237863" cy="237863"/>
            <a:chOff x="0" y="0"/>
            <a:chExt cx="665720" cy="665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2301193" y="5814097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1660417" y="5918872"/>
            <a:ext cx="237863" cy="237863"/>
            <a:chOff x="0" y="0"/>
            <a:chExt cx="665720" cy="665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7FAE2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8950257" y="9787233"/>
            <a:ext cx="958985" cy="176990"/>
            <a:chOff x="0" y="0"/>
            <a:chExt cx="1278647" cy="235986"/>
          </a:xfrm>
        </p:grpSpPr>
        <p:sp>
          <p:nvSpPr>
            <p:cNvPr id="19" name="TextBox 19"/>
            <p:cNvSpPr txBox="1"/>
            <p:nvPr/>
          </p:nvSpPr>
          <p:spPr>
            <a:xfrm>
              <a:off x="239669" y="-19050"/>
              <a:ext cx="1038978" cy="255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sz="11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Mac Stone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38025"/>
              <a:ext cx="148229" cy="148229"/>
            </a:xfrm>
            <a:custGeom>
              <a:avLst/>
              <a:gdLst/>
              <a:ahLst/>
              <a:cxnLst/>
              <a:rect l="l" t="t" r="r" b="b"/>
              <a:pathLst>
                <a:path w="148229" h="148229">
                  <a:moveTo>
                    <a:pt x="0" y="0"/>
                  </a:moveTo>
                  <a:lnTo>
                    <a:pt x="148229" y="0"/>
                  </a:lnTo>
                  <a:lnTo>
                    <a:pt x="148229" y="148229"/>
                  </a:lnTo>
                  <a:lnTo>
                    <a:pt x="0" y="148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177515" y="3855995"/>
            <a:ext cx="9452791" cy="0"/>
          </a:xfrm>
          <a:prstGeom prst="line">
            <a:avLst/>
          </a:prstGeom>
          <a:ln w="38100" cap="flat">
            <a:solidFill>
              <a:srgbClr val="04B1D2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3" name="Group 3"/>
          <p:cNvGrpSpPr/>
          <p:nvPr/>
        </p:nvGrpSpPr>
        <p:grpSpPr>
          <a:xfrm>
            <a:off x="8001000" y="0"/>
            <a:ext cx="10287000" cy="1028700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0" y="0"/>
                  </a:moveTo>
                  <a:lnTo>
                    <a:pt x="812800" y="0"/>
                  </a:lnTo>
                  <a:lnTo>
                    <a:pt x="812800" y="812800"/>
                  </a:lnTo>
                  <a:lnTo>
                    <a:pt x="0" y="812800"/>
                  </a:lnTo>
                  <a:close/>
                </a:path>
              </a:pathLst>
            </a:custGeom>
            <a:blipFill>
              <a:blip r:embed="rId2"/>
              <a:stretch>
                <a:fillRect l="-51010" r="-51010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1166149" y="3042373"/>
            <a:ext cx="6166718" cy="5773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08"/>
              </a:lnSpc>
            </a:pPr>
            <a:r>
              <a:rPr lang="en-US" sz="3628" b="1" spc="163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155685" y="4454099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1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1514909" y="4558874"/>
            <a:ext cx="237863" cy="237863"/>
            <a:chOff x="0" y="0"/>
            <a:chExt cx="665720" cy="665720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2155685" y="5172408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2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514909" y="5277183"/>
            <a:ext cx="237863" cy="237863"/>
            <a:chOff x="0" y="0"/>
            <a:chExt cx="665720" cy="66572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2155685" y="5890630"/>
            <a:ext cx="5177182" cy="3657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940"/>
              </a:lnSpc>
              <a:spcBef>
                <a:spcPct val="0"/>
              </a:spcBef>
            </a:pPr>
            <a:r>
              <a:rPr lang="en-US" sz="2100">
                <a:solidFill>
                  <a:srgbClr val="253439"/>
                </a:solidFill>
                <a:latin typeface="Arial Nova"/>
                <a:ea typeface="Arial Nova"/>
                <a:cs typeface="Arial Nova"/>
                <a:sym typeface="Arial Nova"/>
              </a:rPr>
              <a:t>Bullet 3</a:t>
            </a:r>
          </a:p>
        </p:txBody>
      </p:sp>
      <p:grpSp>
        <p:nvGrpSpPr>
          <p:cNvPr id="15" name="Group 15"/>
          <p:cNvGrpSpPr/>
          <p:nvPr/>
        </p:nvGrpSpPr>
        <p:grpSpPr>
          <a:xfrm>
            <a:off x="1514909" y="5995405"/>
            <a:ext cx="237863" cy="237863"/>
            <a:chOff x="0" y="0"/>
            <a:chExt cx="665720" cy="665720"/>
          </a:xfrm>
        </p:grpSpPr>
        <p:sp>
          <p:nvSpPr>
            <p:cNvPr id="16" name="Freeform 16"/>
            <p:cNvSpPr/>
            <p:nvPr/>
          </p:nvSpPr>
          <p:spPr>
            <a:xfrm>
              <a:off x="0" y="0"/>
              <a:ext cx="665720" cy="665720"/>
            </a:xfrm>
            <a:custGeom>
              <a:avLst/>
              <a:gdLst/>
              <a:ahLst/>
              <a:cxnLst/>
              <a:rect l="l" t="t" r="r" b="b"/>
              <a:pathLst>
                <a:path w="665720" h="665720">
                  <a:moveTo>
                    <a:pt x="332860" y="0"/>
                  </a:moveTo>
                  <a:cubicBezTo>
                    <a:pt x="149026" y="0"/>
                    <a:pt x="0" y="149026"/>
                    <a:pt x="0" y="332860"/>
                  </a:cubicBezTo>
                  <a:cubicBezTo>
                    <a:pt x="0" y="516693"/>
                    <a:pt x="149026" y="665720"/>
                    <a:pt x="332860" y="665720"/>
                  </a:cubicBezTo>
                  <a:cubicBezTo>
                    <a:pt x="516693" y="665720"/>
                    <a:pt x="665720" y="516693"/>
                    <a:pt x="665720" y="332860"/>
                  </a:cubicBezTo>
                  <a:cubicBezTo>
                    <a:pt x="665720" y="149026"/>
                    <a:pt x="516693" y="0"/>
                    <a:pt x="332860" y="0"/>
                  </a:cubicBezTo>
                  <a:close/>
                </a:path>
              </a:pathLst>
            </a:custGeom>
            <a:solidFill>
              <a:srgbClr val="04B1D2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2411" y="14786"/>
              <a:ext cx="540897" cy="588522"/>
            </a:xfrm>
            <a:prstGeom prst="rect">
              <a:avLst/>
            </a:prstGeom>
          </p:spPr>
          <p:txBody>
            <a:bodyPr lIns="47992" tIns="47992" rIns="47992" bIns="47992" rtlCol="0" anchor="ctr"/>
            <a:lstStyle/>
            <a:p>
              <a:pPr algn="ctr">
                <a:lnSpc>
                  <a:spcPts val="3244"/>
                </a:lnSpc>
              </a:pPr>
              <a:endParaRPr/>
            </a:p>
          </p:txBody>
        </p:sp>
      </p:grpSp>
      <p:grpSp>
        <p:nvGrpSpPr>
          <p:cNvPr id="18" name="Group 18"/>
          <p:cNvGrpSpPr/>
          <p:nvPr/>
        </p:nvGrpSpPr>
        <p:grpSpPr>
          <a:xfrm>
            <a:off x="16920036" y="9759656"/>
            <a:ext cx="958985" cy="176990"/>
            <a:chOff x="0" y="0"/>
            <a:chExt cx="1278647" cy="235986"/>
          </a:xfrm>
        </p:grpSpPr>
        <p:sp>
          <p:nvSpPr>
            <p:cNvPr id="19" name="TextBox 19"/>
            <p:cNvSpPr txBox="1"/>
            <p:nvPr/>
          </p:nvSpPr>
          <p:spPr>
            <a:xfrm>
              <a:off x="239669" y="-19050"/>
              <a:ext cx="1038978" cy="255036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660"/>
                </a:lnSpc>
              </a:pPr>
              <a:r>
                <a:rPr lang="en-US" sz="1186" b="1">
                  <a:solidFill>
                    <a:srgbClr val="FFFFFF"/>
                  </a:solidFill>
                  <a:latin typeface="Open Sans Bold"/>
                  <a:ea typeface="Open Sans Bold"/>
                  <a:cs typeface="Open Sans Bold"/>
                  <a:sym typeface="Open Sans Bold"/>
                </a:rPr>
                <a:t>Mac Stone</a:t>
              </a:r>
            </a:p>
          </p:txBody>
        </p:sp>
        <p:sp>
          <p:nvSpPr>
            <p:cNvPr id="20" name="Freeform 20"/>
            <p:cNvSpPr/>
            <p:nvPr/>
          </p:nvSpPr>
          <p:spPr>
            <a:xfrm>
              <a:off x="0" y="38025"/>
              <a:ext cx="148229" cy="148229"/>
            </a:xfrm>
            <a:custGeom>
              <a:avLst/>
              <a:gdLst/>
              <a:ahLst/>
              <a:cxnLst/>
              <a:rect l="l" t="t" r="r" b="b"/>
              <a:pathLst>
                <a:path w="148229" h="148229">
                  <a:moveTo>
                    <a:pt x="0" y="0"/>
                  </a:moveTo>
                  <a:lnTo>
                    <a:pt x="148229" y="0"/>
                  </a:lnTo>
                  <a:lnTo>
                    <a:pt x="148229" y="148229"/>
                  </a:lnTo>
                  <a:lnTo>
                    <a:pt x="0" y="14822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76304" y="3849087"/>
            <a:ext cx="6211696" cy="6437913"/>
            <a:chOff x="0" y="0"/>
            <a:chExt cx="1636002" cy="1695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6002" cy="1695582"/>
            </a:xfrm>
            <a:custGeom>
              <a:avLst/>
              <a:gdLst/>
              <a:ahLst/>
              <a:cxnLst/>
              <a:rect l="l" t="t" r="r" b="b"/>
              <a:pathLst>
                <a:path w="1636002" h="1695582">
                  <a:moveTo>
                    <a:pt x="0" y="0"/>
                  </a:moveTo>
                  <a:lnTo>
                    <a:pt x="1636002" y="0"/>
                  </a:lnTo>
                  <a:lnTo>
                    <a:pt x="1636002" y="1695582"/>
                  </a:lnTo>
                  <a:lnTo>
                    <a:pt x="0" y="1695582"/>
                  </a:lnTo>
                  <a:close/>
                </a:path>
              </a:pathLst>
            </a:custGeom>
            <a:gradFill rotWithShape="1">
              <a:gsLst>
                <a:gs pos="0">
                  <a:srgbClr val="25B3D9">
                    <a:alpha val="100000"/>
                  </a:srgbClr>
                </a:gs>
                <a:gs pos="100000">
                  <a:srgbClr val="0989C0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636002" cy="1647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849087"/>
            <a:ext cx="6267305" cy="6437913"/>
            <a:chOff x="0" y="0"/>
            <a:chExt cx="1650648" cy="16955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0648" cy="1695582"/>
            </a:xfrm>
            <a:custGeom>
              <a:avLst/>
              <a:gdLst/>
              <a:ahLst/>
              <a:cxnLst/>
              <a:rect l="l" t="t" r="r" b="b"/>
              <a:pathLst>
                <a:path w="1650648" h="1695582">
                  <a:moveTo>
                    <a:pt x="0" y="0"/>
                  </a:moveTo>
                  <a:lnTo>
                    <a:pt x="1650648" y="0"/>
                  </a:lnTo>
                  <a:lnTo>
                    <a:pt x="1650648" y="1695582"/>
                  </a:lnTo>
                  <a:lnTo>
                    <a:pt x="0" y="1695582"/>
                  </a:lnTo>
                  <a:close/>
                </a:path>
              </a:pathLst>
            </a:custGeom>
            <a:gradFill rotWithShape="1">
              <a:gsLst>
                <a:gs pos="0">
                  <a:srgbClr val="1AD3CC">
                    <a:alpha val="100000"/>
                  </a:srgbClr>
                </a:gs>
                <a:gs pos="100000">
                  <a:srgbClr val="00B9B2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650648" cy="1647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0" y="3849087"/>
            <a:ext cx="6096000" cy="6437913"/>
            <a:chOff x="0" y="0"/>
            <a:chExt cx="1605531" cy="16955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05531" cy="1695582"/>
            </a:xfrm>
            <a:custGeom>
              <a:avLst/>
              <a:gdLst/>
              <a:ahLst/>
              <a:cxnLst/>
              <a:rect l="l" t="t" r="r" b="b"/>
              <a:pathLst>
                <a:path w="1605531" h="1695582">
                  <a:moveTo>
                    <a:pt x="0" y="0"/>
                  </a:moveTo>
                  <a:lnTo>
                    <a:pt x="1605531" y="0"/>
                  </a:lnTo>
                  <a:lnTo>
                    <a:pt x="1605531" y="1695582"/>
                  </a:lnTo>
                  <a:lnTo>
                    <a:pt x="0" y="1695582"/>
                  </a:lnTo>
                  <a:close/>
                </a:path>
              </a:pathLst>
            </a:custGeom>
            <a:gradFill rotWithShape="1">
              <a:gsLst>
                <a:gs pos="0">
                  <a:srgbClr val="2ACED3">
                    <a:alpha val="100000"/>
                  </a:srgbClr>
                </a:gs>
                <a:gs pos="100000">
                  <a:srgbClr val="2096BC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1605531" cy="1647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2203" y="5757752"/>
            <a:ext cx="4318922" cy="192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3"/>
              </a:lnSpc>
            </a:pPr>
            <a:r>
              <a:rPr lang="en-US" sz="3352" spc="-97">
                <a:solidFill>
                  <a:srgbClr val="EFEFEF"/>
                </a:solidFill>
                <a:latin typeface="Mont"/>
                <a:ea typeface="Mont"/>
                <a:cs typeface="Mont"/>
                <a:sym typeface="Mont"/>
              </a:rPr>
              <a:t>Description text here. Description text here. Description text here. Description text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2203" y="4689589"/>
            <a:ext cx="4128422" cy="75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5452" b="1" spc="-158">
                <a:solidFill>
                  <a:srgbClr val="EFEFE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73423" y="5738702"/>
            <a:ext cx="4541175" cy="192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3350" spc="-97">
                <a:solidFill>
                  <a:srgbClr val="EFEFEF"/>
                </a:solidFill>
                <a:latin typeface="Mont"/>
                <a:ea typeface="Mont"/>
                <a:cs typeface="Mont"/>
                <a:sym typeface="Mont"/>
              </a:rPr>
              <a:t>Description text here. Description text here. Description text here. Description text here.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2948" y="4670539"/>
            <a:ext cx="4128422" cy="75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5452" b="1" spc="-158">
                <a:solidFill>
                  <a:srgbClr val="EFEFE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96875" y="5757752"/>
            <a:ext cx="4778380" cy="192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3350" spc="-97">
                <a:solidFill>
                  <a:srgbClr val="EFEFEF"/>
                </a:solidFill>
                <a:latin typeface="Mont"/>
                <a:ea typeface="Mont"/>
                <a:cs typeface="Mont"/>
                <a:sym typeface="Mont"/>
              </a:rPr>
              <a:t>Description text here. Description text here. Description text here. Description text here.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06400" y="4689589"/>
            <a:ext cx="4128422" cy="75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5452" b="1" spc="-158">
                <a:solidFill>
                  <a:srgbClr val="EFEFE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1308889"/>
            <a:ext cx="18288000" cy="96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3"/>
              </a:lnSpc>
            </a:pPr>
            <a:r>
              <a:rPr lang="en-US" sz="6726" b="1" spc="215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0" y="2408745"/>
            <a:ext cx="1828800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04B1D2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SUBTITLE HERE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2076304" y="3849087"/>
            <a:ext cx="6211696" cy="6437913"/>
            <a:chOff x="0" y="0"/>
            <a:chExt cx="1636002" cy="1695582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636002" cy="1695582"/>
            </a:xfrm>
            <a:custGeom>
              <a:avLst/>
              <a:gdLst/>
              <a:ahLst/>
              <a:cxnLst/>
              <a:rect l="l" t="t" r="r" b="b"/>
              <a:pathLst>
                <a:path w="1636002" h="1695582">
                  <a:moveTo>
                    <a:pt x="0" y="0"/>
                  </a:moveTo>
                  <a:lnTo>
                    <a:pt x="1636002" y="0"/>
                  </a:lnTo>
                  <a:lnTo>
                    <a:pt x="1636002" y="1695582"/>
                  </a:lnTo>
                  <a:lnTo>
                    <a:pt x="0" y="1695582"/>
                  </a:lnTo>
                  <a:close/>
                </a:path>
              </a:pathLst>
            </a:custGeom>
            <a:gradFill rotWithShape="1">
              <a:gsLst>
                <a:gs pos="0">
                  <a:srgbClr val="68A629">
                    <a:alpha val="100000"/>
                  </a:srgbClr>
                </a:gs>
                <a:gs pos="100000">
                  <a:srgbClr val="387409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47625"/>
              <a:ext cx="1636002" cy="1647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grpSp>
        <p:nvGrpSpPr>
          <p:cNvPr id="5" name="Group 5"/>
          <p:cNvGrpSpPr/>
          <p:nvPr/>
        </p:nvGrpSpPr>
        <p:grpSpPr>
          <a:xfrm>
            <a:off x="0" y="3849087"/>
            <a:ext cx="6267305" cy="6437913"/>
            <a:chOff x="0" y="0"/>
            <a:chExt cx="1650648" cy="169558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650648" cy="1695582"/>
            </a:xfrm>
            <a:custGeom>
              <a:avLst/>
              <a:gdLst/>
              <a:ahLst/>
              <a:cxnLst/>
              <a:rect l="l" t="t" r="r" b="b"/>
              <a:pathLst>
                <a:path w="1650648" h="1695582">
                  <a:moveTo>
                    <a:pt x="0" y="0"/>
                  </a:moveTo>
                  <a:lnTo>
                    <a:pt x="1650648" y="0"/>
                  </a:lnTo>
                  <a:lnTo>
                    <a:pt x="1650648" y="1695582"/>
                  </a:lnTo>
                  <a:lnTo>
                    <a:pt x="0" y="1695582"/>
                  </a:lnTo>
                  <a:close/>
                </a:path>
              </a:pathLst>
            </a:custGeom>
            <a:gradFill rotWithShape="1">
              <a:gsLst>
                <a:gs pos="0">
                  <a:srgbClr val="ABDA55">
                    <a:alpha val="100000"/>
                  </a:srgbClr>
                </a:gs>
                <a:gs pos="100000">
                  <a:srgbClr val="77AE27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0" y="47625"/>
              <a:ext cx="1650648" cy="1647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grpSp>
        <p:nvGrpSpPr>
          <p:cNvPr id="8" name="Group 8"/>
          <p:cNvGrpSpPr/>
          <p:nvPr/>
        </p:nvGrpSpPr>
        <p:grpSpPr>
          <a:xfrm>
            <a:off x="6096000" y="3849087"/>
            <a:ext cx="6096000" cy="6437913"/>
            <a:chOff x="0" y="0"/>
            <a:chExt cx="1605531" cy="1695582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1605531" cy="1695582"/>
            </a:xfrm>
            <a:custGeom>
              <a:avLst/>
              <a:gdLst/>
              <a:ahLst/>
              <a:cxnLst/>
              <a:rect l="l" t="t" r="r" b="b"/>
              <a:pathLst>
                <a:path w="1605531" h="1695582">
                  <a:moveTo>
                    <a:pt x="0" y="0"/>
                  </a:moveTo>
                  <a:lnTo>
                    <a:pt x="1605531" y="0"/>
                  </a:lnTo>
                  <a:lnTo>
                    <a:pt x="1605531" y="1695582"/>
                  </a:lnTo>
                  <a:lnTo>
                    <a:pt x="0" y="1695582"/>
                  </a:lnTo>
                  <a:close/>
                </a:path>
              </a:pathLst>
            </a:custGeom>
            <a:gradFill rotWithShape="1">
              <a:gsLst>
                <a:gs pos="0">
                  <a:srgbClr val="8AC13A">
                    <a:alpha val="100000"/>
                  </a:srgbClr>
                </a:gs>
                <a:gs pos="100000">
                  <a:srgbClr val="51891A">
                    <a:alpha val="100000"/>
                  </a:srgbClr>
                </a:gs>
              </a:gsLst>
              <a:lin ang="5400000"/>
            </a:gradFill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0" y="47625"/>
              <a:ext cx="1605531" cy="1647957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404"/>
                </a:lnSpc>
              </a:pPr>
              <a:endParaRPr/>
            </a:p>
          </p:txBody>
        </p:sp>
      </p:grpSp>
      <p:sp>
        <p:nvSpPr>
          <p:cNvPr id="11" name="TextBox 11"/>
          <p:cNvSpPr txBox="1"/>
          <p:nvPr/>
        </p:nvSpPr>
        <p:spPr>
          <a:xfrm>
            <a:off x="872203" y="5757752"/>
            <a:ext cx="4318922" cy="19265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3"/>
              </a:lnSpc>
            </a:pPr>
            <a:r>
              <a:rPr lang="en-US" sz="3352" spc="-97">
                <a:solidFill>
                  <a:srgbClr val="EFEFEF"/>
                </a:solidFill>
                <a:latin typeface="Mont"/>
                <a:ea typeface="Mont"/>
                <a:cs typeface="Mont"/>
                <a:sym typeface="Mont"/>
              </a:rPr>
              <a:t>Description text here. Description text here. Description text here. Description text here.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872203" y="4689589"/>
            <a:ext cx="4128422" cy="75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5452" b="1" spc="-158">
                <a:solidFill>
                  <a:srgbClr val="EFEFE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973423" y="5738702"/>
            <a:ext cx="4541175" cy="192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3350" spc="-97">
                <a:solidFill>
                  <a:srgbClr val="EFEFEF"/>
                </a:solidFill>
                <a:latin typeface="Mont"/>
                <a:ea typeface="Mont"/>
                <a:cs typeface="Mont"/>
                <a:sym typeface="Mont"/>
              </a:rPr>
              <a:t>Description text here. Description text here. Description text here. Description text here.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982948" y="4670539"/>
            <a:ext cx="4128422" cy="75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5452" b="1" spc="-158">
                <a:solidFill>
                  <a:srgbClr val="EFEFE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3096875" y="5757752"/>
            <a:ext cx="4778380" cy="192653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51"/>
              </a:lnSpc>
            </a:pPr>
            <a:r>
              <a:rPr lang="en-US" sz="3350" spc="-97">
                <a:solidFill>
                  <a:srgbClr val="EFEFEF"/>
                </a:solidFill>
                <a:latin typeface="Mont"/>
                <a:ea typeface="Mont"/>
                <a:cs typeface="Mont"/>
                <a:sym typeface="Mont"/>
              </a:rPr>
              <a:t>Description text here. Description text here. Description text here. Description text here.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13106400" y="4689589"/>
            <a:ext cx="4128422" cy="75419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779"/>
              </a:lnSpc>
            </a:pPr>
            <a:r>
              <a:rPr lang="en-US" sz="5452" b="1" spc="-158">
                <a:solidFill>
                  <a:srgbClr val="EFEFEF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Section Title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0" y="1308889"/>
            <a:ext cx="18288000" cy="963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533"/>
              </a:lnSpc>
            </a:pPr>
            <a:r>
              <a:rPr lang="en-US" sz="6726" b="1" spc="215">
                <a:solidFill>
                  <a:srgbClr val="312E2B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SLIDE TITLE HERE</a:t>
            </a:r>
          </a:p>
        </p:txBody>
      </p:sp>
      <p:sp>
        <p:nvSpPr>
          <p:cNvPr id="18" name="TextBox 18"/>
          <p:cNvSpPr txBox="1"/>
          <p:nvPr/>
        </p:nvSpPr>
        <p:spPr>
          <a:xfrm>
            <a:off x="0" y="2408745"/>
            <a:ext cx="18288000" cy="4552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779"/>
              </a:lnSpc>
            </a:pPr>
            <a:r>
              <a:rPr lang="en-US" sz="2699" b="1">
                <a:solidFill>
                  <a:srgbClr val="7FAE29"/>
                </a:solidFill>
                <a:latin typeface="Arial Nova Bold"/>
                <a:ea typeface="Arial Nova Bold"/>
                <a:cs typeface="Arial Nova Bold"/>
                <a:sym typeface="Arial Nova Bold"/>
              </a:rPr>
              <a:t>SUBTITLE HERE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3e78dcb-4592-45eb-a733-a984fbbcd17e" xsi:nil="true"/>
    <lcf76f155ced4ddcb4097134ff3c332f xmlns="a2516dd4-b51e-4b25-aa0e-e6a6493a19e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CC57A1E330E3A44B3FBEC3E02B260B1" ma:contentTypeVersion="16" ma:contentTypeDescription="Create a new document." ma:contentTypeScope="" ma:versionID="0800a30de63d6e29b47bad4b982e0481">
  <xsd:schema xmlns:xsd="http://www.w3.org/2001/XMLSchema" xmlns:xs="http://www.w3.org/2001/XMLSchema" xmlns:p="http://schemas.microsoft.com/office/2006/metadata/properties" xmlns:ns2="a2516dd4-b51e-4b25-aa0e-e6a6493a19ed" xmlns:ns3="63e78dcb-4592-45eb-a733-a984fbbcd17e" targetNamespace="http://schemas.microsoft.com/office/2006/metadata/properties" ma:root="true" ma:fieldsID="86b05fa46c8d68de28c20119242a037d" ns2:_="" ns3:_="">
    <xsd:import namespace="a2516dd4-b51e-4b25-aa0e-e6a6493a19ed"/>
    <xsd:import namespace="63e78dcb-4592-45eb-a733-a984fbbcd17e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516dd4-b51e-4b25-aa0e-e6a6493a19ed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Image Tags" ma:readOnly="false" ma:fieldId="{5cf76f15-5ced-4ddc-b409-7134ff3c332f}" ma:taxonomyMulti="true" ma:sspId="7d636f9b-a1b0-416f-adc7-c21d4f9d53a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7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  <xsd:element name="MediaServiceObjectDetectorVersions" ma:index="2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3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3e78dcb-4592-45eb-a733-a984fbbcd17e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4aaefbe3-88be-4536-902e-40a0f3561dd0}" ma:internalName="TaxCatchAll" ma:showField="CatchAllData" ma:web="63e78dcb-4592-45eb-a733-a984fbbcd17e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6263D82B-8520-4DAA-96C6-3E1B4E64EE8C}">
  <ds:schemaRefs>
    <ds:schemaRef ds:uri="http://schemas.microsoft.com/office/2006/metadata/properties"/>
    <ds:schemaRef ds:uri="http://schemas.microsoft.com/office/infopath/2007/PartnerControls"/>
    <ds:schemaRef ds:uri="63e78dcb-4592-45eb-a733-a984fbbcd17e"/>
    <ds:schemaRef ds:uri="a2516dd4-b51e-4b25-aa0e-e6a6493a19ed"/>
  </ds:schemaRefs>
</ds:datastoreItem>
</file>

<file path=customXml/itemProps2.xml><?xml version="1.0" encoding="utf-8"?>
<ds:datastoreItem xmlns:ds="http://schemas.openxmlformats.org/officeDocument/2006/customXml" ds:itemID="{012DDD1D-DE43-4C76-BC5B-FB05D4EBDBD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a2516dd4-b51e-4b25-aa0e-e6a6493a19ed"/>
    <ds:schemaRef ds:uri="63e78dcb-4592-45eb-a733-a984fbbcd1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5A209069-1099-4294-B39B-2FA841A755E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254</Words>
  <Application>Microsoft Office PowerPoint</Application>
  <PresentationFormat>Custom</PresentationFormat>
  <Paragraphs>88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0" baseType="lpstr">
      <vt:lpstr>Arial Nova Bold</vt:lpstr>
      <vt:lpstr>Open Sans Bold</vt:lpstr>
      <vt:lpstr>Calibri</vt:lpstr>
      <vt:lpstr>Arial Nova</vt:lpstr>
      <vt:lpstr>Arial</vt:lpstr>
      <vt:lpstr>Roboto</vt:lpstr>
      <vt:lpstr>Mont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Claude Slide Template 2026</dc:title>
  <dc:creator>Yezid Acosta</dc:creator>
  <cp:lastModifiedBy>Yezid Acosta</cp:lastModifiedBy>
  <cp:revision>2</cp:revision>
  <dcterms:created xsi:type="dcterms:W3CDTF">2006-08-16T00:00:00Z</dcterms:created>
  <dcterms:modified xsi:type="dcterms:W3CDTF">2026-10-23T17:04:06Z</dcterms:modified>
  <dc:identifier>DAHY2BZfQEU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0x0101006CC57A1E330E3A44B3FBEC3E02B260B1</vt:lpwstr>
  </property>
</Properties>
</file>