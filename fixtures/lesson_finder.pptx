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Host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</c:v>
                </c:pt>
                <c:pt idx="1">
                  <c:v>600</c:v>
                </c:pt>
                <c:pt idx="2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EVERGLADES FOUNDATION · EVERGLADES LITERACY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Everglades Lesson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 AI assistant on evergladesliteracy.org that helps any Florida teacher find the right Everglades lesson by topic, grade level, or standard.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65760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68580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Today</a:t>
            </a:r>
          </a:p>
          <a:p>
            <a:r>
              <a:t>The Teacher Toolkit holds 41 lessons across PreK–12, each aligned to standards and Fundamental Concepts.</a:t>
            </a:r>
          </a:p>
          <a:p>
            <a:r>
              <a:t>With the Lesson Finder</a:t>
            </a:r>
          </a:p>
          <a:p>
            <a:r>
              <a:t>Teachers ask in plain English, right on our website — “Find a 5th-grade lesson on invasive species.”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Finds lessons by topic</a:t>
            </a:r>
          </a:p>
          <a:p>
            <a:r>
              <a:t>Titles, grade levels, and a one-line summary.</a:t>
            </a:r>
          </a:p>
          <a:p>
            <a:r>
              <a:t>Maps standards &amp; concepts</a:t>
            </a:r>
          </a:p>
          <a:p>
            <a:r>
              <a:t>Shows the NGSSS codes each lesson supports.</a:t>
            </a:r>
          </a:p>
          <a:p>
            <a:r>
              <a:t>Matches the grade</a:t>
            </a:r>
          </a:p>
          <a:p>
            <a:r>
              <a:t>Suggests the closest grade if none exists.</a:t>
            </a:r>
          </a:p>
          <a:p>
            <a:r>
              <a:t>Hands over the materials</a:t>
            </a:r>
          </a:p>
          <a:p>
            <a:r>
              <a:t>Every answer ends with direct download links.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612648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teachers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teacher opens the widget on the Teacher Toolkit page — tap a suggestion or ask anything.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002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answer: the lesson, grade, standard, concept — and the downloads, ready to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it costs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17320"/>
          <a:ext cx="10881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1</a:t>
            </a:r>
          </a:p>
          <a:p>
            <a:r>
              <a:t>Build the index</a:t>
            </a:r>
          </a:p>
          <a:p>
            <a:r>
              <a:t>Education team completes the spreadsheet.</a:t>
            </a:r>
          </a:p>
          <a:p>
            <a:r>
              <a:t>Step 2</a:t>
            </a:r>
          </a:p>
          <a:p>
            <a:r>
              <a:t>Deploy &amp; test internally</a:t>
            </a:r>
          </a:p>
          <a:p>
            <a:r>
              <a:t>Service goes live on a private link.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002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3</a:t>
            </a:r>
          </a:p>
          <a:p>
            <a:r>
              <a:t>Teacher pilot</a:t>
            </a:r>
          </a:p>
          <a:p>
            <a:r>
              <a:t>Champion School teachers try it.</a:t>
            </a:r>
          </a:p>
          <a:p>
            <a:r>
              <a:t>Step 4</a:t>
            </a:r>
          </a:p>
          <a:p>
            <a:r>
              <a:t>Public launch</a:t>
            </a:r>
          </a:p>
          <a:p>
            <a:r>
              <a:t>Widget embedded on the Teacher Toolkit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