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3040"/>
            <a:ext cx="1219169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53035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INTRODUCING FOREVERGLADES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ONE FILM, A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0058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Everglades Foundation will own the film and build it into a scalable, multi-year educational platform. From it we will create short-form video segments for classrooms and the public.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 MILLION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potential viewers in year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312,000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5120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students reached to 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01168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~10,000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651760"/>
            <a:ext cx="5120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FL teachers (2,400+ Miami-Dade)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6766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DIGITAL GROUNDWORK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7665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UNIFIED DATA</a:t>
            </a:r>
          </a:p>
          <a:p>
            <a:r>
              <a:t>Every program now runs on one integrated Salesforce system, streamlining events, donor relationships, and outreach.</a:t>
            </a:r>
          </a:p>
          <a:p>
            <a:r>
              <a:t>ETHICAL AI</a:t>
            </a:r>
          </a:p>
          <a:p>
            <a:r>
              <a:t>Staff are trained to use AI ethically across departments.</a:t>
            </a:r>
          </a:p>
          <a:p>
            <a:r>
              <a:t>STORYTELLING</a:t>
            </a:r>
          </a:p>
          <a:p>
            <a:r>
              <a:t>The Restoration Works series launches with featured Miami-Dade projects.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731520"/>
            <a:ext cx="41148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$350,000: on-screen credit as "Major Production Funding Provided By...", repeated at the film's conclusion.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Support from the Knight Foundation will be recognized as follows.</a:t>
            </a:r>
          </a:p>
          <a:p>
            <a:r>
              <a:t>Under $350,000: on-screen credit at the conclusion of the film.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280160"/>
            <a:ext cx="54864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Flexible giving: donations may be pledged over three years to ease the commitment.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WAYS TO PARTNER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5029200"/>
            <a:ext cx="457200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7665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We hope the Knight Foundation will amend our current grant to include support for ForEverglades, creating a timeless resource for youth engagement.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731520"/>
            <a:ext cx="411480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